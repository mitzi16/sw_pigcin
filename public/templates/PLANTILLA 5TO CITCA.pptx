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7"/>
  </p:notesMasterIdLst>
  <p:handoutMasterIdLst>
    <p:handoutMasterId r:id="rId8"/>
  </p:handoutMasterIdLst>
  <p:sldIdLst>
    <p:sldId id="294" r:id="rId2"/>
    <p:sldId id="293" r:id="rId3"/>
    <p:sldId id="292" r:id="rId4"/>
    <p:sldId id="289" r:id="rId5"/>
    <p:sldId id="295" r:id="rId6"/>
  </p:sldIdLst>
  <p:sldSz cx="12192000" cy="6858000"/>
  <p:notesSz cx="6797675" cy="9926638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C"/>
    <a:srgbClr val="FF6600"/>
    <a:srgbClr val="E0E0E0"/>
    <a:srgbClr val="6FF76F"/>
    <a:srgbClr val="FF5050"/>
    <a:srgbClr val="66FF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FECB4D8-DB02-4DC6-A0A2-4F2EBAE1DC90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88151" autoAdjust="0"/>
  </p:normalViewPr>
  <p:slideViewPr>
    <p:cSldViewPr snapToGrid="0">
      <p:cViewPr>
        <p:scale>
          <a:sx n="70" d="100"/>
          <a:sy n="70" d="100"/>
        </p:scale>
        <p:origin x="1421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8600C-1C24-4385-BA00-246CB01A78C2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6233D-823C-473A-A088-21D919128E0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5211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3F312-D79A-4E89-9DAB-D39D850DFF9B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D3643-9DBE-42CD-9BE1-1DF33BB71A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79211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5128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365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902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81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855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660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07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576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987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73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3154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45771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F121D-74C7-44C0-8BBE-CFADC410C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124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5865BF-28D9-7D9E-CB6D-0129CD3DECC2}"/>
              </a:ext>
            </a:extLst>
          </p:cNvPr>
          <p:cNvSpPr txBox="1"/>
          <p:nvPr/>
        </p:nvSpPr>
        <p:spPr>
          <a:xfrm>
            <a:off x="1992925" y="2044301"/>
            <a:ext cx="9238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Título de la </a:t>
            </a:r>
            <a:r>
              <a:rPr lang="es-MX" sz="4400" b="1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ponencia</a:t>
            </a:r>
            <a:endParaRPr lang="es-MX" sz="44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52B508-1A93-72C0-9837-676FA1696514}"/>
              </a:ext>
            </a:extLst>
          </p:cNvPr>
          <p:cNvSpPr txBox="1"/>
          <p:nvPr/>
        </p:nvSpPr>
        <p:spPr>
          <a:xfrm>
            <a:off x="7565571" y="5548864"/>
            <a:ext cx="4327349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2400">
                <a:solidFill>
                  <a:srgbClr val="565656"/>
                </a:solidFill>
                <a:latin typeface="Geomanist Medium"/>
                <a:ea typeface="Geomanist Medium"/>
                <a:cs typeface="Geomanist Medium"/>
                <a:sym typeface="Geomanist Medium"/>
              </a:defRPr>
            </a:lvl1pPr>
          </a:lstStyle>
          <a:p>
            <a:r>
              <a:rPr lang="es-MX" sz="2000" dirty="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Lugar y fecha de la presentación</a:t>
            </a:r>
            <a:endParaRPr sz="2000" dirty="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5865BF-28D9-7D9E-CB6D-0129CD3DECC2}"/>
              </a:ext>
            </a:extLst>
          </p:cNvPr>
          <p:cNvSpPr txBox="1"/>
          <p:nvPr/>
        </p:nvSpPr>
        <p:spPr>
          <a:xfrm>
            <a:off x="2654204" y="3160934"/>
            <a:ext cx="923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Nombre(s) de autor(es) e institución(es)</a:t>
            </a:r>
            <a:endParaRPr lang="es-MX" sz="32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" name="Google Shape;12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29245" y="241146"/>
            <a:ext cx="1315646" cy="773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350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4865304-B09E-1F41-53FA-3F1BB27DC08E}"/>
              </a:ext>
            </a:extLst>
          </p:cNvPr>
          <p:cNvSpPr txBox="1">
            <a:spLocks/>
          </p:cNvSpPr>
          <p:nvPr/>
        </p:nvSpPr>
        <p:spPr>
          <a:xfrm>
            <a:off x="1929160" y="1596753"/>
            <a:ext cx="10013796" cy="47595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400" b="1" dirty="0"/>
              <a:t>Diapositiva 2 – Introducción</a:t>
            </a:r>
          </a:p>
          <a:p>
            <a:pPr marL="0" indent="0">
              <a:buNone/>
            </a:pPr>
            <a:r>
              <a:rPr lang="es-MX" sz="1400" dirty="0"/>
              <a:t>Contexto general del </a:t>
            </a:r>
            <a:r>
              <a:rPr lang="es-MX" sz="1400" dirty="0" smtClean="0"/>
              <a:t>problema, Importancia </a:t>
            </a:r>
            <a:r>
              <a:rPr lang="es-MX" sz="1400" dirty="0"/>
              <a:t>del tema y </a:t>
            </a:r>
            <a:r>
              <a:rPr lang="es-MX" sz="1400" dirty="0" smtClean="0"/>
              <a:t>motivación, Breve </a:t>
            </a:r>
            <a:r>
              <a:rPr lang="es-MX" sz="1400" dirty="0"/>
              <a:t>revisión del estado del </a:t>
            </a:r>
            <a:r>
              <a:rPr lang="es-MX" sz="1400" dirty="0" smtClean="0"/>
              <a:t>arte</a:t>
            </a:r>
            <a:endParaRPr lang="es-MX" sz="1400" dirty="0"/>
          </a:p>
          <a:p>
            <a:pPr marL="0" indent="0">
              <a:buNone/>
            </a:pPr>
            <a:r>
              <a:rPr lang="es-MX" sz="1400" b="1" dirty="0"/>
              <a:t>Diapositiva 3 – </a:t>
            </a:r>
            <a:r>
              <a:rPr lang="es-ES" sz="1400" b="1" dirty="0"/>
              <a:t> Propósito y enfoque del </a:t>
            </a:r>
            <a:r>
              <a:rPr lang="es-ES" sz="1400" b="1" dirty="0" smtClean="0"/>
              <a:t>estudio</a:t>
            </a:r>
          </a:p>
          <a:p>
            <a:pPr marL="0" indent="0">
              <a:buNone/>
            </a:pPr>
            <a:r>
              <a:rPr lang="es-ES" sz="1400" dirty="0"/>
              <a:t>¿Qué se quiso resolver o mejorar</a:t>
            </a:r>
            <a:r>
              <a:rPr lang="es-ES" sz="1400" dirty="0" smtClean="0"/>
              <a:t>?, ¿</a:t>
            </a:r>
            <a:r>
              <a:rPr lang="es-ES" sz="1400" dirty="0"/>
              <a:t>Qué enfoque se eligió para hacerlo? (Ej. diseño, simulación</a:t>
            </a:r>
            <a:r>
              <a:rPr lang="es-ES" sz="1400" dirty="0" smtClean="0"/>
              <a:t>, etc.), ¿</a:t>
            </a:r>
            <a:r>
              <a:rPr lang="es-ES" sz="1400" dirty="0"/>
              <a:t>Qué tiene de relevante o distinto esta propuesta?</a:t>
            </a:r>
          </a:p>
          <a:p>
            <a:pPr marL="0" indent="0">
              <a:buNone/>
            </a:pPr>
            <a:r>
              <a:rPr lang="es-MX" sz="1400" b="1" dirty="0" smtClean="0"/>
              <a:t>Diapositiva </a:t>
            </a:r>
            <a:r>
              <a:rPr lang="es-MX" sz="1400" b="1" dirty="0"/>
              <a:t>4 – Metodología</a:t>
            </a:r>
          </a:p>
          <a:p>
            <a:pPr marL="0" indent="0">
              <a:buNone/>
            </a:pPr>
            <a:r>
              <a:rPr lang="es-MX" sz="1400" dirty="0"/>
              <a:t>Tipo de estudio (teórico, experimental, simulación, revisión, etc</a:t>
            </a:r>
            <a:r>
              <a:rPr lang="es-MX" sz="1400" dirty="0" smtClean="0"/>
              <a:t>.), Herramientas</a:t>
            </a:r>
            <a:r>
              <a:rPr lang="es-MX" sz="1400" dirty="0"/>
              <a:t>, técnicas, materiales o software empleados</a:t>
            </a:r>
          </a:p>
          <a:p>
            <a:pPr marL="0" indent="0">
              <a:buNone/>
            </a:pPr>
            <a:r>
              <a:rPr lang="es-MX" sz="1400" dirty="0"/>
              <a:t>Diseño experimental, población o muestra (si aplica)</a:t>
            </a:r>
          </a:p>
          <a:p>
            <a:pPr marL="0" indent="0">
              <a:buNone/>
            </a:pPr>
            <a:r>
              <a:rPr lang="es-MX" sz="1400" dirty="0"/>
              <a:t> </a:t>
            </a:r>
            <a:r>
              <a:rPr lang="es-MX" sz="1400" b="1" dirty="0" smtClean="0"/>
              <a:t>Diapositiva </a:t>
            </a:r>
            <a:r>
              <a:rPr lang="es-MX" sz="1400" b="1" dirty="0"/>
              <a:t>5 – Desarrollo técnico</a:t>
            </a:r>
          </a:p>
          <a:p>
            <a:pPr marL="0" indent="0">
              <a:buNone/>
            </a:pPr>
            <a:r>
              <a:rPr lang="es-MX" sz="1400" dirty="0"/>
              <a:t>Modelos, ecuaciones o principios aplicados (solo los más relevantes</a:t>
            </a:r>
            <a:r>
              <a:rPr lang="es-MX" sz="1400" dirty="0" smtClean="0"/>
              <a:t>), Esquemas </a:t>
            </a:r>
            <a:r>
              <a:rPr lang="es-MX" sz="1400" dirty="0"/>
              <a:t>o diagramas del sistema propuesto</a:t>
            </a:r>
          </a:p>
          <a:p>
            <a:pPr marL="0" indent="0">
              <a:buNone/>
            </a:pPr>
            <a:r>
              <a:rPr lang="es-MX" sz="1400" dirty="0"/>
              <a:t> </a:t>
            </a:r>
            <a:r>
              <a:rPr lang="es-MX" sz="1400" b="1" dirty="0" smtClean="0"/>
              <a:t>Diapositivas </a:t>
            </a:r>
            <a:r>
              <a:rPr lang="es-MX" sz="1400" b="1" dirty="0"/>
              <a:t>6 a 8 – Resultados</a:t>
            </a:r>
          </a:p>
          <a:p>
            <a:pPr marL="0" indent="0">
              <a:buNone/>
            </a:pPr>
            <a:r>
              <a:rPr lang="es-MX" sz="1400" dirty="0"/>
              <a:t>Presentación de resultados clave: tablas, gráficas, imágenes, </a:t>
            </a:r>
            <a:r>
              <a:rPr lang="es-MX" sz="1400" dirty="0" smtClean="0"/>
              <a:t>simulaciones, Análisis </a:t>
            </a:r>
            <a:r>
              <a:rPr lang="es-MX" sz="1400" dirty="0"/>
              <a:t>e </a:t>
            </a:r>
            <a:r>
              <a:rPr lang="es-MX" sz="1400" dirty="0" smtClean="0"/>
              <a:t>interpretación</a:t>
            </a:r>
            <a:endParaRPr lang="es-MX" sz="1400" dirty="0"/>
          </a:p>
          <a:p>
            <a:pPr marL="0" indent="0">
              <a:buNone/>
            </a:pPr>
            <a:r>
              <a:rPr lang="es-MX" sz="1400" dirty="0"/>
              <a:t> </a:t>
            </a:r>
            <a:r>
              <a:rPr lang="es-MX" sz="1400" b="1" dirty="0" smtClean="0"/>
              <a:t>Diapositiva </a:t>
            </a:r>
            <a:r>
              <a:rPr lang="es-MX" sz="1400" b="1" dirty="0"/>
              <a:t>9 – Discusión</a:t>
            </a:r>
          </a:p>
          <a:p>
            <a:pPr marL="0" indent="0">
              <a:buNone/>
            </a:pPr>
            <a:r>
              <a:rPr lang="es-MX" sz="1400" dirty="0"/>
              <a:t>¿Qué significan estos resultados</a:t>
            </a:r>
            <a:r>
              <a:rPr lang="es-MX" sz="1400" dirty="0" smtClean="0"/>
              <a:t>?, ¿</a:t>
            </a:r>
            <a:r>
              <a:rPr lang="es-MX" sz="1400" dirty="0"/>
              <a:t>Qué aportan respecto a lo que ya se conocía</a:t>
            </a:r>
            <a:r>
              <a:rPr lang="es-MX" sz="1400" dirty="0" smtClean="0"/>
              <a:t>?, ¿</a:t>
            </a:r>
            <a:r>
              <a:rPr lang="es-MX" sz="1400" dirty="0"/>
              <a:t>Qué limitaciones tiene el estudio</a:t>
            </a:r>
            <a:r>
              <a:rPr lang="es-MX" sz="1400" dirty="0" smtClean="0"/>
              <a:t>? </a:t>
            </a:r>
            <a:r>
              <a:rPr lang="es-MX" sz="1400" dirty="0"/>
              <a:t> </a:t>
            </a:r>
          </a:p>
          <a:p>
            <a:pPr marL="0" indent="0">
              <a:buNone/>
            </a:pPr>
            <a:r>
              <a:rPr lang="es-MX" sz="1400" b="1" dirty="0"/>
              <a:t>Diapositiva 10 – Conclusiones</a:t>
            </a:r>
          </a:p>
          <a:p>
            <a:pPr marL="0" indent="0">
              <a:buNone/>
            </a:pPr>
            <a:r>
              <a:rPr lang="es-MX" sz="1400" dirty="0"/>
              <a:t>Principales </a:t>
            </a:r>
            <a:r>
              <a:rPr lang="es-MX" sz="1400" dirty="0" smtClean="0"/>
              <a:t>hallazgos, Recomendaciones </a:t>
            </a:r>
            <a:r>
              <a:rPr lang="es-MX" sz="1400" dirty="0"/>
              <a:t>o líneas futuras de investigación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2BFB71-7020-C609-2D42-3A0BD0093DF3}"/>
              </a:ext>
            </a:extLst>
          </p:cNvPr>
          <p:cNvSpPr txBox="1"/>
          <p:nvPr/>
        </p:nvSpPr>
        <p:spPr>
          <a:xfrm>
            <a:off x="1912950" y="1143049"/>
            <a:ext cx="9918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Estructura recomendada (Opcional)</a:t>
            </a:r>
          </a:p>
        </p:txBody>
      </p:sp>
      <p:pic>
        <p:nvPicPr>
          <p:cNvPr id="6" name="Google Shape;12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29245" y="241146"/>
            <a:ext cx="1315646" cy="773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6350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C4865304-B09E-1F41-53FA-3F1BB27DC08E}"/>
              </a:ext>
            </a:extLst>
          </p:cNvPr>
          <p:cNvSpPr txBox="1">
            <a:spLocks/>
          </p:cNvSpPr>
          <p:nvPr/>
        </p:nvSpPr>
        <p:spPr>
          <a:xfrm>
            <a:off x="2096429" y="2179861"/>
            <a:ext cx="9760360" cy="3674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 smtClean="0"/>
              <a:t>Texto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2BFB71-7020-C609-2D42-3A0BD0093DF3}"/>
              </a:ext>
            </a:extLst>
          </p:cNvPr>
          <p:cNvSpPr txBox="1"/>
          <p:nvPr/>
        </p:nvSpPr>
        <p:spPr>
          <a:xfrm>
            <a:off x="1895004" y="1391979"/>
            <a:ext cx="2305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Subtítulo</a:t>
            </a:r>
          </a:p>
        </p:txBody>
      </p:sp>
      <p:pic>
        <p:nvPicPr>
          <p:cNvPr id="6" name="Google Shape;12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29245" y="241146"/>
            <a:ext cx="1315646" cy="773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94536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oogle Shape;12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29245" y="241146"/>
            <a:ext cx="1315646" cy="773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7793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643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4584</TotalTime>
  <Words>125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Geomanist Medium</vt:lpstr>
      <vt:lpstr>Noto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Marisol_CB</dc:creator>
  <cp:lastModifiedBy>Marisol_CB</cp:lastModifiedBy>
  <cp:revision>242</cp:revision>
  <cp:lastPrinted>2017-06-07T19:12:57Z</cp:lastPrinted>
  <dcterms:created xsi:type="dcterms:W3CDTF">2017-06-02T18:07:42Z</dcterms:created>
  <dcterms:modified xsi:type="dcterms:W3CDTF">2025-11-03T23:22:26Z</dcterms:modified>
</cp:coreProperties>
</file>